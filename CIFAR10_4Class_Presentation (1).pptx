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Name: Sadiq Quluzade</a:t>
            </a:r>
          </a:p>
          <a:p>
            <a:r>
              <a:t>Student ID: 4</a:t>
            </a:r>
          </a:p>
          <a:p/>
          <a:p>
            <a:r>
              <a:t>Task: CIFAR-10 Image Classification</a:t>
            </a:r>
          </a:p>
          <a:p>
            <a:r>
              <a:t>Dataset: CIFAR-10 (4 Classes)</a:t>
            </a:r>
          </a:p>
          <a:p>
            <a:r>
              <a:t>Classes: Airplane, Automobile, Ship, Truck</a:t>
            </a:r>
          </a:p>
          <a:p>
            <a:r>
              <a:t>Number of Classes: 4</a:t>
            </a:r>
          </a:p>
          <a:p>
            <a:r>
              <a:t>Target Accuracy: ≥ 88%</a:t>
            </a:r>
          </a:p>
        </p:txBody>
      </p:sp>
      <p:pic>
        <p:nvPicPr>
          <p:cNvPr id="4" name="Picture 3" descr="s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371600"/>
            <a:ext cx="36576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 &amp;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 Architecture:</a:t>
            </a:r>
          </a:p>
          <a:p>
            <a:r>
              <a:t>- CNN with 8 layers</a:t>
            </a:r>
          </a:p>
          <a:p>
            <a:r>
              <a:t>- ~1.2M parameters</a:t>
            </a:r>
          </a:p>
          <a:p/>
          <a:p>
            <a:r>
              <a:t>Comparison:</a:t>
            </a:r>
          </a:p>
          <a:p>
            <a:r>
              <a:t>Version 1: LR=0.001, Batch=32 → Accuracy: 82%</a:t>
            </a:r>
          </a:p>
          <a:p>
            <a:r>
              <a:t>Version 2: LR=0.0005, Batch=64 → Accuracy: 89%</a:t>
            </a:r>
          </a:p>
          <a:p/>
          <a:p>
            <a:r>
              <a:t>Best Version: Version 2</a:t>
            </a:r>
          </a:p>
          <a:p>
            <a:r>
              <a:t>Reason: Better learning rate stability and generalization</a:t>
            </a:r>
          </a:p>
        </p:txBody>
      </p:sp>
      <p:pic>
        <p:nvPicPr>
          <p:cNvPr id="4" name="Picture 3" descr="trai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371600"/>
            <a:ext cx="36576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Final Test Accuracy: 89%</a:t>
            </a:r>
          </a:p>
          <a:p/>
          <a:p>
            <a:r>
              <a:t>Best Performing Class: Automobile</a:t>
            </a:r>
          </a:p>
          <a:p>
            <a:r>
              <a:t>Worst Performing Class: Ship</a:t>
            </a:r>
          </a:p>
          <a:p/>
          <a:p>
            <a:r>
              <a:t>Reason:</a:t>
            </a:r>
          </a:p>
          <a:p>
            <a:r>
              <a:t>- Automobile images have clearer features</a:t>
            </a:r>
          </a:p>
          <a:p>
            <a:r>
              <a:t>- Ship images often confused with airplane or truck</a:t>
            </a:r>
          </a:p>
        </p:txBody>
      </p:sp>
      <p:pic>
        <p:nvPicPr>
          <p:cNvPr id="4" name="Picture 3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3716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